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AGNTCon + MCPCon Europe 2026, Amsterdam. A New Way To Build Software: how GitHub is evolving for a human, agent future. Marlene Mhangami, DevEx at GitHub. Ten minutes. The animated grid on the left is a real contribution graph.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start off today I want to show these numbers from last year's GitHub Octoverse report, where we share data about how developers are using GitHub. What we saw was that more code was added to GitHub last year than ever before. About a billion commits were pushed to the platform in 2025, making it GitHub's most active year ever.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year, in 2026, we see this trend accelerating. On the screen are 3 graphs showing growth from 2023 to August 2026. You can see in the middle there that GitHub is now doing almost 3 times the number of commits per month than it did for all of 2025 combined. We also see the same growth in the number of PRs and repos created each month.</a:t>
            </a:r>
          </a:p>
          <a:p/>
          <a:p>
            <a:r>
              <a:t>Now that is a lot of code! And from our data we know that some of this growth can be attributed to the increasing number of commits co-authored by AI agents. So a growing share of the code living on GitHub is AI generated.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Another upward trend we are seeing is in automated workflows. Completed GitHub Actions runs hit 115.4 million, nearly 4 times since January. So we're seeing developers not just manually typing code, but more and more relying on automated checks and autonomous agents to do work on their behalf.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Summarise the three data slides. More code. More automation. And much of that code is co-authored by AI agents: 17.8 million agent-created pull requests in March 2026 alone. Agent-created pull requests quadrupled in six months. Approved external statistic, do not round or re-date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The numbers are settled. The question for the rest of the talk is what all this volume has done to the people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directions at once, both from real public issues on GitHub. More Agentic: support AGENTS.md (5,153 reactions), OAuth HTTP MCP servers in GitHub's own copilot-cli (110), attach local images to comments, issues and pull requests (188). More Control: tldraw auto-closing external pull requests (194), rsync removing all LLM-generated commits (159), nixpkgs closing pull requests without AI disclosure (76). The tldraw issue says the policy is temporary, until GitHub provides better tools for managing contributions. That is the cue for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Three places the modern GitHub experience is changing: Issues, where work gets defined. Pull Requests, where work gets reviewed. Maintainer Controls, where the rules get set.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one, Issues. gh issue comment 1 --attach broken-title-slide.png. The CLI uploads the image and rewrites the reference in the comment body, so an agent can file visual evidence without a browser. This shipped from cli/cli#13256.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two, Issues. An automation in the Copilot App, monitor and fix bugs, watches the site, spots the broken pricing on Mona's Cafe, captures the screen, and files the issue with that screenshot attached as evidence. The agent does the noticing and the filing. A human still decides what happens next.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three, Pull Requests. The stacked flow end to end. gh stack init creates the branches, gh stack submit opens the pull requests, and GitHub links them as a stack. Each pull request shows only its own layer, and the stack panel shows what sits below it. Able to merge as a stack, then Merge stack, lands the layers in order. Stacked pull requests went into public preview on 30 July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Maintainer controls, three that have shipped. Collaborators only, June 2026: restrict issue creation to write access and every public entry point closes with it. Agent automation controls, public preview July 2026: agents suggest instead of apply, with an approval queue, a confidence threshold you set, and a recorded rationale. Triage role exceptions, August 2026: trusted triagers keep working while the restriction holds. Gate the front door. Delegate safely. Keep agents on a leash inside the issue.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The same platform reaches the agents wherever the work happens: the GitHub MCP server, scheduled Agentic workflows, and Copilot in Slack and Teams.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Slides at marlenezw.github.io/agntcon-mcpcon-europe-2026, code at github.com/marlenezw/agntcon-mcpcon-europe-2026. Find me at marlenezw on GitHub and X, marlenemhangami on LinkedIn.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notesSlide" Target="../notesSlides/notesSlide9.xml"/><Relationship Id="rId4" Type="http://schemas.openxmlformats.org/officeDocument/2006/relationships/image" Target="../media/image16.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notesSlide" Target="../notesSlides/notesSlide10.xml"/><Relationship Id="rId5" Type="http://schemas.openxmlformats.org/officeDocument/2006/relationships/image" Target="../media/image20.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gif"/><Relationship Id="rId3"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tit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more-cod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scale-of-the-shif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automation-compound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whats-changed.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transition-developer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developers-and-a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modern-github-experienc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h-attach-demo.gif"/>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h-issue-demo.gif"/>
          <p:cNvPicPr>
            <a:picLocks noChangeAspect="1"/>
          </p:cNvPicPr>
          <p:nvPr/>
        </p:nvPicPr>
        <p:blipFill>
          <a:blip r:embed="rId5"/>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h-stacked-prs-demo.gif"/>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maintainer-contro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agentic-surfa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thank-you.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