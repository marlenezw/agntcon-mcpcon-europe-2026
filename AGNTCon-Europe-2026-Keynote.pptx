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AGNTCon Europe 2026, Amsterdam.</a:t>
            </a:r>
          </a:p>
          <a:p>
            <a:r>
              <a:t>A New Way To Build Software: How GitHub Is Evolving For a Human, Agent Future</a:t>
            </a:r>
          </a:p>
          <a:p>
            <a:r>
              <a:t>Marlene Mhangami — Senior Developer Advocate, Microsoft / GitHub.</a:t>
            </a:r>
          </a:p>
          <a:p/>
          <a:p>
            <a:r>
              <a:t>Artwork generated with the official GitHub Asset Generator MCP, general-social-banner-light-1. Layout direction inspired by the opening slides of marlene-playwright-talks-aieng. The reference deck was not modified.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Approved tracker wording:</a:t>
            </a:r>
          </a:p>
          <a:p>
            <a:r>
              <a:t>“Commit volume is accelerating: we averaged 918M commits per week over the last 90 days, with August alone hitting 1.15B commits per week.”</a:t>
            </a:r>
          </a:p>
          <a:p/>
          <a:p>
            <a:r>
              <a:t>The user selected the published three-panel chart, then requested a light theme and a bottom caption. The curves, values, and axes are preserved. Only colors and exterior padding have changed. All three panels show MONTHLY measures: merged PRs, commits, and new repos. The 1.15B WEEKLY figure is displayed as a separate bottom caption, explicitly distinguished from the monthly graphs. No weekly-to-monthly conversion is implied.</a:t>
            </a:r>
          </a:p>
          <a:p/>
          <a:p>
            <a:r>
              <a:t>Public source for the original chart:</a:t>
            </a:r>
          </a:p>
          <a:p>
            <a:r>
              <a:t>https://github.blog/news-insights/company-news/the-august-17-outage-and-the-work-ahead/</a:t>
            </a:r>
          </a:p>
          <a:p>
            <a:r>
              <a:t>https://github.blog/wp-content/uploads/2026/08/blog-post-aug-17-outage-1.png</a:t>
            </a:r>
          </a:p>
          <a:p/>
          <a:p>
            <a:r>
              <a:t>Source: Business Insights. Tracker last updated September 2026; next review October 2026; POC Abby Rieflin.</a:t>
            </a:r>
          </a:p>
          <a:p>
            <a:r>
              <a:t>https://github.com/github/public-relations/blob/master/Corp%20Comms%20External%20Reference%20Tracker.md</a:t>
            </a:r>
          </a:p>
          <a:p>
            <a:r>
              <a:t>Approval provenance: external-reference update merged September 11, 2026:</a:t>
            </a:r>
          </a:p>
          <a:p>
            <a:r>
              <a:t>https://github.com/github/public-relations/pull/1136</a:t>
            </a:r>
          </a:p>
          <a:p>
            <a:r>
              <a:t>https://github-grid.enterprise.slack.com/archives/C0F7EKL80/p1789158083089459</a:t>
            </a:r>
          </a:p>
          <a:p/>
          <a:p>
            <a:r>
              <a:t>IMPORTANT: This is all GitHub commit activity, not a count of agent-authored commits. No approved agent-attributed commit count or percentage was found.</a:t>
            </a:r>
          </a:p>
          <a:p/>
          <a:p>
            <a:r>
              <a:t>Suggested transition: GitHub has to evolve both how work is produced and how people review, govern, and trust it.</a:t>
            </a:r>
          </a:p>
          <a:p/>
          <a:p>
            <a:r>
              <a:t>This light-theme line-chart slide precedes the PR bar-chart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title: Agent Driven Growth. Layout inspired by the 'Growth Is Accelerating' slide of marlene-playwright-talks-aieng, restyled to match the light-theme commits slide. The reference deck was not modified.</a:t>
            </a:r>
          </a:p>
          <a:p/>
          <a:p>
            <a:r>
              <a:t>Approved statistics:</a:t>
            </a:r>
          </a:p>
          <a:p>
            <a:r>
              <a:t>• 17.8 million pull requests CREATED BY AGENTS in March 2026 alone (agent-generated PRs quadrupled in six months). Source: Platform Activity March 2026, Corp Comms External Reference Tracker; POC Julia Tenner.</a:t>
            </a:r>
          </a:p>
          <a:p>
            <a:r>
              <a:t>• Monthly commits grew from 1.4 billion (April 2026) to 2.9 billion (August 2026). Source: GitHub Blog, 'The August 17 outage, and the work ahead':</a:t>
            </a:r>
          </a:p>
          <a:p>
            <a:r>
              <a:t>https://github.blog/news-insights/company-news/the-august-17-outage-and-the-work-ahead/</a:t>
            </a:r>
          </a:p>
          <a:p>
            <a:r>
              <a:t>• Contrast: GitHub recorded ~1 billion commits in ALL of 2024 (GitHub Octoverse; also cited on the 'Growth Is Accelerating' slide of the reference deck). So a single month in 2026 (2.9B) now exceeds the entire 2024 calendar year.</a:t>
            </a:r>
          </a:p>
          <a:p/>
          <a:p>
            <a:r>
              <a:t>https://github.com/github/public-relations/blob/master/Corp%20Comms%20External%20Reference%20Tracker.md</a:t>
            </a:r>
          </a:p>
          <a:p/>
          <a:p>
            <a:r>
              <a:t>ACCURACY: The left figure is agent-created pull requests, NOT commits, merged PRs, or Copilot-only contributions. The right figure is TOTAL platform commits, NOT an agent-attributed commit count (no approved agent-commit count exists). Both mini-charts are illustrative: the shapes convey the 4x and ~2x trajectories and the labeled endpoints are the approved values; intermediate points are stylized, not observed data.</a:t>
            </a:r>
          </a:p>
          <a:p/>
          <a:p>
            <a:r>
              <a:t>Suggested transition: More contributions do not automatically mean better software — review capacity, governance, and trust now matter even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slide. Statement: 'AI has boosted productivity for some, and left others feeling overwhelmed.'</a:t>
            </a:r>
          </a:p>
          <a:p/>
          <a:p>
            <a:r>
              <a:t>Sets up the next slide, which contrasts two sets of REAL, public GitHub issues: developers asking for more agentic capability vs. maintainers asking for guardrails against low-effort AI contributions.</a:t>
            </a:r>
          </a:p>
          <a:p/>
          <a:p>
            <a:r>
              <a:t>Suggested delivery: pause here. The same wave of agent productivity that thrills some developers is straining others. Both are visible in the open, in public issue trackers.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 split-screen: real, PUBLIC GitHub issues drop into two zones —</a:t>
            </a:r>
          </a:p>
          <a:p>
            <a:r>
              <a:t>'Leaning In' (developers asking for more agentic capability) and 'Overwhelmed' (maintainers asking for guardrails).</a:t>
            </a:r>
          </a:p>
          <a:p/>
          <a:p>
            <a:r>
              <a:t>In PowerPoint each card is a separate object with a native Fly-In-from-top entrance; they cascade in automatically shortly after the slide appears (and again on click if you advance the build). The exported PDF/preview shows the final resting state.</a:t>
            </a:r>
          </a:p>
          <a:p/>
          <a:p>
            <a:r>
              <a:t>Leaning In (public issues):</a:t>
            </a:r>
          </a:p>
          <a:p>
            <a:r>
              <a:t>• cli/cli#11845 — gh agent-task create shouldn't require OAUTH tokens — 44</a:t>
            </a:r>
          </a:p>
          <a:p>
            <a:r>
              <a:t>  https://github.com/cli/cli/issues/11845</a:t>
            </a:r>
          </a:p>
          <a:p>
            <a:r>
              <a:t>• cli/cli#12960 — image/file attachments in gh issue create (title literally reads 'critical for agentic workflows') — DISPLAYED as 63.</a:t>
            </a:r>
          </a:p>
          <a:p>
            <a:r>
              <a:t>  NOTE: this issue's own +1 count is 4. The 63 shown on the slide is the +1 count of the closely related umbrella request cli/cli#1895 (Upload and Embed Files to PRs/Issues/Comments); presenter chose to surface the stronger number with the agentic-titled issue. If asked, cite #1895 for the 63 figure.</a:t>
            </a:r>
          </a:p>
          <a:p>
            <a:r>
              <a:t>  https://github.com/cli/cli/issues/12960  (related: https://github.com/cli/cli/issues/1895)</a:t>
            </a:r>
          </a:p>
          <a:p>
            <a:r>
              <a:t>• github/spec-kit#269 — support multiple coding agents — 21</a:t>
            </a:r>
          </a:p>
          <a:p>
            <a:r>
              <a:t>  https://github.com/github/spec-kit/issues/269</a:t>
            </a:r>
          </a:p>
          <a:p/>
          <a:p>
            <a:r>
              <a:t>Overwhelmed (public issues, +1 as of Sep 14, 2026):</a:t>
            </a:r>
          </a:p>
          <a:p>
            <a:r>
              <a:t>• rust-lang/this-week-in-rust#6861 — suspicious AI-generated article / supply-chain concern — 60</a:t>
            </a:r>
          </a:p>
          <a:p>
            <a:r>
              <a:t>  https://github.com/rust-lang/this-week-in-rust/issues/6861</a:t>
            </a:r>
          </a:p>
          <a:p>
            <a:r>
              <a:t>• mastodon/mastodon#38072 — consider not allowing LLM and AI contributions — 40</a:t>
            </a:r>
          </a:p>
          <a:p>
            <a:r>
              <a:t>  https://github.com/mastodon/mastodon/issues/38072</a:t>
            </a:r>
          </a:p>
          <a:p>
            <a:r>
              <a:t>• rust-lang/leadership-council#273 — policy proposal: no low-effort contributions — 38</a:t>
            </a:r>
          </a:p>
          <a:p>
            <a:r>
              <a:t>  https://github.com/rust-lang/leadership-council/issues/273</a:t>
            </a:r>
          </a:p>
          <a:p/>
          <a:p>
            <a:r>
              <a:t>All issues are in public repositories and are safe to show on screen. Card titles are lightly condensed from the originals; none introduce an em dash that the source title did not use.</a:t>
            </a:r>
          </a:p>
          <a:p/>
          <a:p>
            <a:r>
              <a:t>Suggested transition: this is exactly the gap GitHub is closing — better tools for the people leaning in, and real guardrails for the people keeping projects healthy.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Section-divider slide. Large statement: 'The Modern GitHub Experience.'</a:t>
            </a:r>
          </a:p>
          <a:p/>
          <a:p>
            <a:r>
              <a:t>Pivot from the tension (previous two slides) into what GitHub is doing about it. Delivery: this is the turn — from the problem to GitHub's answer. The next slide breaks down what that experience covers for both audiences.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title: The Modern GitHub Experience. Agenda slide — the three areas the rest of the talk covers: Issues, PRs, and Maintainer Controls. Grounded in Marlene's GitHub Universe platform planning work (contributor experience + open-source maintainer control).</a:t>
            </a:r>
          </a:p>
          <a:p/>
          <a:p>
            <a:r>
              <a:t>Talking points to expand each bullet live (keep specific internal release IDs off-screen):</a:t>
            </a:r>
          </a:p>
          <a:p>
            <a:r>
              <a:t>• Issues — attach screenshots &amp; files (gh --attach / image &amp; file attachments); plans, before/after and reports as Artifacts.</a:t>
            </a:r>
          </a:p>
          <a:p>
            <a:r>
              <a:t>• PRs — agents ship changes as stacked PRs (one reviewable PR per plan step); Findings and the Overview tab to review and merge with confidence.</a:t>
            </a:r>
          </a:p>
          <a:p>
            <a:r>
              <a:t>• Maintainer Controls — restrict who can open issues &amp; PRs; queue limits (max open PRs &amp; issues + allowlists); commit-comment controls; triage-role exceptions to stay flexible.</a:t>
            </a:r>
          </a:p>
          <a:p/>
          <a:p>
            <a:r>
              <a:t>Suggested delivery: 'We're building for both people in that split-screen — the ones leaning in, and the ones keeping projects healthy — across Issues, PRs, and Maintainer Controls.' This slide sets the agenda for the rest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 New Way To Build Software: How GitHub Is Evolving For a Human, Agent Future. AGNTCon Europe 2026. Marlene Mhangami." descr="A New Way To Build Software: How GitHub Is Evolving For a Human, Agent Future. AGNTCon Europe 2026. Marlene Mhangami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itHub's complete published chart from 2023 to August 2026: 130M merged pull requests per month, 2.9B commits per month, and 24M new repositories per month. Light-theme treatment, preserving the publi" descr="GitHub's complete published chart from 2023 to August 2026: 130M merged pull requests per month, 2.9B commits per month, and 24M new repositories per month. Light-theme treatment, preserving the published curves and axes. Caption: GitHub reached 1.15B commits per week in August 2026. Weekly caption and monthly plots are distin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gent Driven Growth. Two illustrative mini-charts. Left: agent-created pull requests reached 17.8 million in March 2026, up roughly four times in six months, shown as ascending bars. Right: monthly co" descr="Agent Driven Growth. Two illustrative mini-charts. Left: agent-created pull requests reached 17.8 million in March 2026, up roughly four times in six months, shown as ascending bars. Right: monthly commits on GitHub rose from 1.4 billion in April 2026 to 2.9 billion in August 2026, roughly doubling, shown as a rising line. For context, GitHub recorded about 1 billion commits in all of 2024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atement slide: AI has boosted productivity for some, and left others feeling overwhelmed." descr="Statement slide: AI has boosted productivity for some, and left others feeling overwhelmed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ssues background" descr="Two zones of real public GitHub issues. Left, 'Leaning In' — developers asking for more agent power: cli/cli #11845 (gh agent-task create should not require OAUTH tokens, 44 reactions); cli/cli #12960 (image/file attachments in gh issue create, critical for agentic workflows, shown with 63 reactions); github/spec-kit #269 (support multiple coding agents, 21 reactions). Right, 'Overwhelmed' — maintainers asking for guardrails: rust-lang/this-week-in-rust #6861 (suspicious AI-generated article, possible supply-chain attack, 60 reactions); mastodon/mastodon #38072 (consider not allowing LLM and AI contributions, 40 reactions); rust-lang/leadership-council #273 (policy proposal: no low-effort contributions, 38 reactions). Each card drops onto its side of the scree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sue slide-06-card-1.png" descr="slide-06-card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81125"/>
            <a:ext cx="5191125" cy="1504950"/>
          </a:xfrm>
          <a:prstGeom prst="rect">
            <a:avLst/>
          </a:prstGeom>
        </p:spPr>
      </p:pic>
      <p:pic>
        <p:nvPicPr>
          <p:cNvPr id="4" name="issue slide-06-card-2.png" descr="slide-06-card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62250"/>
            <a:ext cx="5191125" cy="1504950"/>
          </a:xfrm>
          <a:prstGeom prst="rect">
            <a:avLst/>
          </a:prstGeom>
        </p:spPr>
      </p:pic>
      <p:pic>
        <p:nvPicPr>
          <p:cNvPr id="5" name="issue slide-06-card-3.png" descr="slide-06-card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43375"/>
            <a:ext cx="5191125" cy="1504950"/>
          </a:xfrm>
          <a:prstGeom prst="rect">
            <a:avLst/>
          </a:prstGeom>
        </p:spPr>
      </p:pic>
      <p:pic>
        <p:nvPicPr>
          <p:cNvPr id="6" name="issue slide-06-card-4.png" descr="slide-06-card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1381125"/>
            <a:ext cx="5191125" cy="1504950"/>
          </a:xfrm>
          <a:prstGeom prst="rect">
            <a:avLst/>
          </a:prstGeom>
        </p:spPr>
      </p:pic>
      <p:pic>
        <p:nvPicPr>
          <p:cNvPr id="7" name="issue slide-06-card-5.png" descr="slide-06-card-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75" y="2762250"/>
            <a:ext cx="5191125" cy="1504950"/>
          </a:xfrm>
          <a:prstGeom prst="rect">
            <a:avLst/>
          </a:prstGeom>
        </p:spPr>
      </p:pic>
      <p:pic>
        <p:nvPicPr>
          <p:cNvPr id="8" name="issue slide-06-card-6.png" descr="slide-06-card-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4143375"/>
            <a:ext cx="5191125" cy="1504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7400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7400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7400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7400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7400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7400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ection-divider slide: The Modern GitHub Experience." descr="Section-divider slide: The Modern GitHub Experienc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he Modern GitHub Experience. Three bullets: Issues; PRs; Maintainer Controls." descr="The Modern GitHub Experience. Three bullets: Issues; PRs; Maintainer Control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Way To Build Software: How GitHub Is Evolving For a Human, Agent Future</dc:title>
  <dc:subject>AGNTCon Europe 2026 — keynote opening</dc:subject>
  <dc:creator>Marlene Mhangami</dc:creator>
  <cp:keywords>GitHub, AGNTCon Europe 2026, agents, approved statistics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